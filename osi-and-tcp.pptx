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C374D-5157-4905-AF22-0D0238798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398CFD-4BBC-4118-A700-CAA955B2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648E1-C90B-4A98-98B5-3ECD5F12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44084-216B-4979-9B1D-34B17B6E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1FDA90-D0D2-4D02-B9EC-C0D2553A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63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4C134-3E9B-44CE-A477-E8424B1B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B2CA20-9F8E-4458-B4E3-2195518C0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FF6D-A205-4A96-9C3C-0C1B1CF9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0FF27-EB10-440F-B445-11ECB3D5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2738C-305F-4ED6-8BF1-5FDF9B22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782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DD159-FABA-48A4-8921-6E1C0C8B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C3329C-97F0-44B9-B981-FFECF930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32E9E-7435-48D0-A6A0-F68F9739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E56FFE-4901-4718-B1A5-B684E3CB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894A7-38FB-4EBD-89B7-69EB639A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B175-AAC6-4DF5-A5FA-83D9C32B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CB76D-F3FE-4064-9249-B13D014D9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B6AB57-AE7E-4DCE-B337-78B04C7D0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D43EC6-20A8-4208-AA27-53ECEEE80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04ABE0-2782-4738-9CD3-53573E84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C95297-F3A5-4479-9CFC-224D167A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15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43EFE-D582-4B4A-B722-46C1D52F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60B4A0-E3DA-4EA2-ACE6-AED7F3FC3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061C86-3D22-4835-A0A2-518D2C078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9187C7-3FD7-4C99-850E-6A9B7A25F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C689C-6172-4F33-954B-EE0D61188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1163B2-C87B-4711-A059-F7BF0D4A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F215DB-00F9-44D0-A853-CD918ABF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EC1821D-105D-4E5E-AA18-017DDCFE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33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72A07-8D3C-4821-BCF4-F7B54A45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28A897-AB6A-4337-A39C-9344F813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8AF1DC-8FEA-48F8-90C0-8AED59C7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116310-AD95-4B65-91DA-F3220FE8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44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E35265-6002-43D4-A6D7-8EB9F640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4CE46E-29FE-4525-A80B-39F91981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7BA525-248C-4A05-8B96-878E72598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24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97798-AA0F-489F-B0EC-A63DB9DC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9F7E8-4AEB-4EE3-836F-90245040B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641E94-3868-4F54-ABB1-6D69A39B1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195A60-BE0F-43E4-824E-B4DAFBB1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9F9041-5DE3-4F0F-9B40-8B16F966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B2CDB-EB68-4A54-AF05-94BB9572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60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B0322-C711-4875-8AE7-B92A58B4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03B5C8-5616-4AD0-A135-7CA40FE62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4F013E-5E9D-4472-AFEF-AC4B0E342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14FE19-D7C0-4EB7-8F3F-0058EEC8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BD7883-6DB4-4189-9A0A-0BBEE755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626E04-35FB-4E35-A098-6DBEBA20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19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F4222-FDB0-4309-889E-56A2F8BC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C577AB-D87B-4447-9F32-52A742129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CCE1B6-4B2A-4FDE-97E3-2DB4E621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9AC62D-9532-4116-8B7A-5C68B026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504CC-4F86-4055-A611-E1E9962A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437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28016-354E-42A6-9D8F-033FA497A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05F6C6-05A0-4E19-B727-E1670EEA5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C3333-8F9E-4EEA-B3FE-555CE73A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FC20E-A2CA-423C-A468-AC5D6FFA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DC99C-3EB0-4F1B-A46B-EE8809CA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6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3BEA47-0290-423D-BBCC-75BA8AA2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1E80B7-4105-4552-857C-730455C94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ECA1CF-8CE0-4918-B609-031668CF2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C90F6-C98A-45B9-86B0-0184D5E841F2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5A5ED-A3F2-4D29-BF83-4762B3643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2F05C4-8692-4E63-A52A-07C87A703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6EB67-A504-41E4-98BA-1A7BD7E0DE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91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E0D8833-F087-4EEF-AD93-654A70597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78932"/>
              </p:ext>
            </p:extLst>
          </p:nvPr>
        </p:nvGraphicFramePr>
        <p:xfrm>
          <a:off x="0" y="-2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17631278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0636202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7936081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65397541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6750544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OSI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Layer 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TCP/IP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Other protocol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53435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Alligator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Application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HTTP</a:t>
                      </a:r>
                      <a:endParaRPr lang="ko-KR" altLang="en-US" sz="40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SSH, FTP, Telnet, SMTP, POP3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04114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Pet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07523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Steve’s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Session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21961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Touch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Transport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TCP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/>
                        <a:t>UDP, SCTP</a:t>
                      </a:r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6046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Not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Network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IP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IPv6, ARP</a:t>
                      </a:r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036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Do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Data Link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Ethernet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HDLC, 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Frame Relay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20483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/>
                        <a:t>Please</a:t>
                      </a:r>
                      <a:endParaRPr lang="ko-KR" alt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/>
                        <a:t>Physical</a:t>
                      </a:r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818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76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48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 병수</dc:creator>
  <cp:lastModifiedBy>우 병수</cp:lastModifiedBy>
  <cp:revision>8</cp:revision>
  <dcterms:created xsi:type="dcterms:W3CDTF">2020-07-12T11:01:21Z</dcterms:created>
  <dcterms:modified xsi:type="dcterms:W3CDTF">2020-07-12T13:36:44Z</dcterms:modified>
</cp:coreProperties>
</file>